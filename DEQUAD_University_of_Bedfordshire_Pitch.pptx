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72A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F172A"/>
                </a:solidFill>
                <a:latin typeface="Calibri"/>
              </a:rPr>
              <a:t>Indicative annual cost for a 10,000-student university (£k)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cost (£k)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&quot;£&quot;0&quot;k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Togetherall</c:v>
                  </c:pt>
                  <c:pt idx="1">
                    <c:v>TalkCampus</c:v>
                  </c:pt>
                  <c:pt idx="2">
                    <c:v>UniBuddy</c:v>
                  </c:pt>
                  <c:pt idx="3">
                    <c:v>DEQUAD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18</c:v>
                </c:pt>
                <c:pt idx="3">
                  <c:v>20</c:v>
                </c:pt>
              </c:numCache>
            </c:numRef>
          </c:val>
        </c:ser>
        <c:dLbls>
          <c:numFmt formatCode="&quot;£&quot;0&quot;k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thanking the Bedfordshire team. Frame DEQUAD as a prevention layer that supports, not replaces, Student Wellbeing &amp; Counselling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Statistics as cited in the DEQUAD pitch materials. Verify the latest figures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screens of the student app. Profiles shown are fictional.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three asks. Offer to leave a demo login with the team after the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280160"/>
            <a:ext cx="5943600" cy="5943600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931920"/>
            <a:ext cx="3840480" cy="3840480"/>
          </a:xfrm>
          <a:prstGeom prst="ellipse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</p:sp>
      <p:pic>
        <p:nvPicPr>
          <p:cNvPr id="4" name="Image 0" descr="/home/user/Dequad-app/frontend/assets/images/dequad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1097280"/>
            <a:ext cx="2651760" cy="23865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PROPOSAL  ·  UNIVERSITY OF BEDFORDSHIRE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691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DEQUAD</a:t>
            </a:r>
            <a:endParaRPr lang="en-US" sz="6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8346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loneliness early.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before it becomes a crisis.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2062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verified, safeguarded student-wellbeing platform — peer connection, daily mood check-ins and an institutional dashboard that helps your wellbeing team reach students sooner.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Yusuf Quadri, CEO  ·  Yusuff Adeagbo, CTO  ·  dequad.co.uk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struggling students never ask for help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wellbeing support is mostly reactive — it starts when a student walks through the door.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7472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031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546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UK undergraduates report frequent loneliness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069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ONS, 2023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47472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21031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56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31546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a clinically significant mental-health issue during their degree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4069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Minds, 2024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47472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21031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 wks</a:t>
            </a:r>
            <a:endParaRPr lang="en-US" sz="56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31546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wait for a university counsellor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4069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UUK, 2024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50292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student presents in crisis, the friendships and early warnings that could have prevented it never formed. DEQUAD is built for the students who never walk into the counselling office.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DEQUAD × University of Bedfordshire   · 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and sector bodies now expect universities to evidence proactive prevention.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94560"/>
            <a:ext cx="685800" cy="68580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35915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2148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for Students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6060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are expected to show proactive, preventative approaches to student mental health — not only crisis response.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2194560"/>
            <a:ext cx="685800" cy="68580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35915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06640" y="2148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Safety Act 2023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7406640" y="26060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Student-facing platforms need risk assessment and reporting flows. DEQUAD ships with these built in.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8680" y="4297680"/>
            <a:ext cx="685800" cy="68580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446227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83080" y="42519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UUK Mental Health Charter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1783080" y="4709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UK universities have committed to a whole-university, data-informed approach to wellbeing.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172200" y="393192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92240" y="4297680"/>
            <a:ext cx="685800" cy="68580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446227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06640" y="42519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Loneliness persists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7406640" y="4709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 loneliness remains well above its pre-pandemic baseline — commuter and first-generation students are hit hardest.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DEQUAD × University of Bedfordshire   · 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app, four modules — live today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on iOS, Android and web at dequad.co.uk. Built with FastAPI, MongoDB and Expo.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33472" cy="4206240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868680" cy="8686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2311603"/>
            <a:ext cx="451714" cy="45171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2004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peer matching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7764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.ac.uk students can join. Students match by intent — friends, study buddies or support — not looks.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364992" y="1783080"/>
            <a:ext cx="2633472" cy="4206240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39312" y="2103120"/>
            <a:ext cx="868680" cy="8686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7795" y="231160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39312" y="32004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mood check-in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3639312" y="397764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10-second 1–10 check-in with optional note and a personal weekly trend. Gentle 6 pm reminder.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181344" y="1783080"/>
            <a:ext cx="2633472" cy="4206240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55664" y="2103120"/>
            <a:ext cx="868680" cy="86868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147" y="2311603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55664" y="32004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safeguarding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6455664" y="397764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notes, chats and support messages are scanned for crisis language and behavioural decline, then escalated.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8997696" y="1783080"/>
            <a:ext cx="2633472" cy="4206240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272016" y="2103120"/>
            <a:ext cx="868680" cy="8686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0499" y="2311603"/>
            <a:ext cx="451714" cy="45171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72016" y="32004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dashboard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9272016" y="397764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wellbeing, safeguarding alerts, mood trends, AI insights and CSV export for your wellbeing team.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DEQUAD × University of Bedfordshire   · 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your students see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verified Bedfordshire peers, check in daily, and chat in a safeguarded space.</a:t>
            </a:r>
            <a:endParaRPr lang="en-US" sz="1600" dirty="0"/>
          </a:p>
        </p:txBody>
      </p:sp>
      <p:pic>
        <p:nvPicPr>
          <p:cNvPr id="4" name="Image 0" descr="/tmp/claude-0/-home-user-Dequad-app/fe7e8f4d-3590-549e-93c2-475308980c6b/scratchpad/img/student_a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7128" y="169164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 from check-in to support in minutes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keeps the student in control and your wellbeing team informed.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115568" y="1965960"/>
            <a:ext cx="914400" cy="91440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5024" y="2185416"/>
            <a:ext cx="475488" cy="4754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148840" y="2423160"/>
            <a:ext cx="118872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dash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548640" y="3108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Sign up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356616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registers with a beds.ac.uk email and verifies it with a one-time code.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383280" y="1965960"/>
            <a:ext cx="914400" cy="91440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36" y="2185416"/>
            <a:ext cx="475488" cy="47548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16552" y="2423160"/>
            <a:ext cx="118872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dash"/>
            <a:tailEnd type="triangle"/>
          </a:ln>
        </p:spPr>
      </p:sp>
      <p:sp>
        <p:nvSpPr>
          <p:cNvPr id="12" name="Text 8"/>
          <p:cNvSpPr txBox="1"/>
          <p:nvPr/>
        </p:nvSpPr>
        <p:spPr>
          <a:xfrm>
            <a:off x="2816352" y="3108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Connect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2862072" y="356616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course-mates, study partners and friends on campus.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650992" y="1965960"/>
            <a:ext cx="914400" cy="91440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2185416"/>
            <a:ext cx="475488" cy="47548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684264" y="2423160"/>
            <a:ext cx="118872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dash"/>
            <a:tailEnd type="triangle"/>
          </a:ln>
        </p:spPr>
      </p:sp>
      <p:sp>
        <p:nvSpPr>
          <p:cNvPr id="17" name="Text 12"/>
          <p:cNvSpPr txBox="1"/>
          <p:nvPr/>
        </p:nvSpPr>
        <p:spPr>
          <a:xfrm>
            <a:off x="5084064" y="3108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Check in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5129784" y="356616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mood daily; personal trends build a baseline.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7918704" y="1965960"/>
            <a:ext cx="914400" cy="91440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185416"/>
            <a:ext cx="475488" cy="47548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8951976" y="2423160"/>
            <a:ext cx="118872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dash"/>
            <a:tailEnd type="triangle"/>
          </a:ln>
        </p:spPr>
      </p:sp>
      <p:sp>
        <p:nvSpPr>
          <p:cNvPr id="22" name="Text 16"/>
          <p:cNvSpPr txBox="1"/>
          <p:nvPr/>
        </p:nvSpPr>
        <p:spPr>
          <a:xfrm>
            <a:off x="7351776" y="3108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Detect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7397496" y="356616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flags crisis language or a sustained mood decline.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10186416" y="1965960"/>
            <a:ext cx="914400" cy="91440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5872" y="2185416"/>
            <a:ext cx="475488" cy="47548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619488" y="3108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Alert</a:t>
            </a:r>
            <a:endParaRPr lang="en-US" sz="1900" dirty="0"/>
          </a:p>
        </p:txBody>
      </p:sp>
      <p:sp>
        <p:nvSpPr>
          <p:cNvPr id="27" name="Text 20"/>
          <p:cNvSpPr txBox="1"/>
          <p:nvPr/>
        </p:nvSpPr>
        <p:spPr>
          <a:xfrm>
            <a:off x="9665208" y="356616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safeguarding lead is alerted by email and in the dashboard.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548640" y="502920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868680" y="51206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high-risk signals reach your designated safeguarding lead in under 60 seconds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alongside on-screen crisis resources for the student.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DEQUAD × University of Bedfordshire   · 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dashboard: the whole cohort at a glance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93776" y="1316736"/>
            <a:ext cx="7607808" cy="4240615"/>
          </a:xfrm>
          <a:prstGeom prst="roundRect">
            <a:avLst>
              <a:gd name="adj" fmla="val 215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pic>
        <p:nvPicPr>
          <p:cNvPr id="4" name="Image 0" descr="/tmp/claude-0/-home-user-Dequad-app/fe7e8f4d-3590-549e-93c2-475308980c6b/scratchpad/img/dash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498080" cy="413088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1371600"/>
            <a:ext cx="548640" cy="54864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9874" y="1503274"/>
            <a:ext cx="285293" cy="28529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189720" y="13533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headline KPIs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9189720" y="170078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average mood, open alerts and peer connections.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8458200" y="2450592"/>
            <a:ext cx="548640" cy="54864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9874" y="2582266"/>
            <a:ext cx="285293" cy="28529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189720" y="24323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status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9189720" y="277977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domains are covered and how many students benefit.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8458200" y="3529584"/>
            <a:ext cx="548640" cy="54864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9874" y="3661258"/>
            <a:ext cx="285293" cy="28529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189720" y="35112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breakdown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9189720" y="385876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which programmes are engaging — and which aren't.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8458200" y="4608576"/>
            <a:ext cx="548640" cy="54864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9874" y="4740250"/>
            <a:ext cx="285293" cy="285293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189720" y="45902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export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9189720" y="4937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 for reporting to committees and governors.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548640" y="5715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 with sample data.</a:t>
            </a:r>
            <a:endParaRPr lang="en-US" sz="1100" dirty="0"/>
          </a:p>
        </p:txBody>
      </p:sp>
      <p:sp>
        <p:nvSpPr>
          <p:cNvPr id="22" name="Text 1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DEQUAD × University of Bedfordshire   · 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Safeguarding alerts your team can act 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39319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Risk-rated: </a:t>
            </a:r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is graded High, Medium or Low, with the keywords or pattern that triggered it.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sources: </a:t>
            </a:r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notes, peer chat, support chat and behavioural patterns such as a sustained mood drop.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loop: </a:t>
            </a:r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acknowledge alerts in the dashboard; feedback trains the AI to cut false positives.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Out-of-hours: </a:t>
            </a:r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 to your safeguarding lead, plus crisis resources shown to the student.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745736" y="1316736"/>
            <a:ext cx="6922008" cy="3790252"/>
          </a:xfrm>
          <a:prstGeom prst="roundRect">
            <a:avLst>
              <a:gd name="adj" fmla="val 241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/tmp/claude-0/-home-user-Dequad-app/fe7e8f4d-3590-549e-93c2-475308980c6b/scratchpad/img/dash_ale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371600"/>
            <a:ext cx="6812280" cy="368052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800600" y="5257800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 with sample data. Student identities are pseudonymised in this mock-up.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DEQUAD × University of Bedfordshire   · 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Mood trends and AI insights across the term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93776" y="1316736"/>
            <a:ext cx="8339328" cy="4220718"/>
          </a:xfrm>
          <a:prstGeom prst="roundRect">
            <a:avLst>
              <a:gd name="adj" fmla="val 216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pic>
        <p:nvPicPr>
          <p:cNvPr id="4" name="Image 0" descr="/tmp/claude-0/-home-user-Dequad-app/fe7e8f4d-3590-549e-93c2-475308980c6b/scratchpad/img/dash_tre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8229600" cy="411099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052560" y="1316736"/>
            <a:ext cx="2560320" cy="4224528"/>
          </a:xfrm>
          <a:prstGeom prst="roundRect">
            <a:avLst>
              <a:gd name="adj" fmla="val 4286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281160" y="1554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tells you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281160" y="2057400"/>
            <a:ext cx="2194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cohort mood, colour-coded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points: Freshers', deadlines, placements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AI summary + one action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for OfS and governors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669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 with sample data. Reporting is aggregated; individual mood entries stay private unless a safeguarding risk is detected.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DEQUAD × University of Bedfordshire   · 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by design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Safeguarding, privacy and compliance are built into the product, not bolted 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594360" cy="59436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200046"/>
            <a:ext cx="309067" cy="30906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1305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students only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0720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.ac.uk email + one-time code; manual review queue for edge cases.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178308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2057400"/>
            <a:ext cx="594360" cy="59436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20004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03520" y="21305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filtering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80720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Racist and abusive language is blocked before it is sent.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46720" y="178308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21040" y="2057400"/>
            <a:ext cx="594360" cy="59436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686" y="2200046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52560" y="21305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 block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80720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profile can be reported in one tap and reviewed by moderators.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402336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2960" y="4297680"/>
            <a:ext cx="594360" cy="59436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4440326"/>
            <a:ext cx="309067" cy="30906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43708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default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504748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passwords, encrypted transport, login lockout, security headers.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297680" y="402336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2000" y="4297680"/>
            <a:ext cx="594360" cy="59436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4440326"/>
            <a:ext cx="309067" cy="30906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03520" y="43708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GDPR &amp; DPIA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0" y="504748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Data-protection impact assessment and Online Safety Act compliance pack.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8046720" y="402336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21040" y="4297680"/>
            <a:ext cx="594360" cy="59436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686" y="4440326"/>
            <a:ext cx="309067" cy="309067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52560" y="43708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control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8321040" y="504748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delete their account and data at any time.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DEQUAD × University of Bedfordshire   · 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DEQUAD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product combining verified peer connection, daily wellbeing data and safeguarding escalation.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2011680"/>
                <a:gridCol w="1828800"/>
                <a:gridCol w="1828800"/>
                <a:gridCol w="182880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DEQUAD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Togetherall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TalkCampus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UniBuddy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.ac.uk student verification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Intent-based peer matching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mood check-ins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AI-assisted safeguarding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Alerts to university safeguarding lead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Indicative price per university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 / student / yr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£40k+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£25k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£18k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capabilities and prices are DEQUAD estimates from public information and should be treated as indicative.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DEQUAD × University of Bedfordshire   ·  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Rooted in Bedfordshire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DEQUAD was shaped by Bedfordshire students — and by a founder who served them.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58368" cy="658368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1941088"/>
            <a:ext cx="342351" cy="3423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7647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SU President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21488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CEO, Yusuf Quadri, was Bedfordshire Students' Union President 2021–23, working alongside student services and safeguarding leads.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862072"/>
            <a:ext cx="658368" cy="658368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648" y="3020080"/>
            <a:ext cx="342351" cy="34235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84378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Frontline safeguarding experience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3227832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in NHS clinical support and recovery coordination, with seven safeguarding and clinical-awareness certifications.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941064"/>
            <a:ext cx="658368" cy="658368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48" y="4099072"/>
            <a:ext cx="342351" cy="34235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392277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with your students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417320" y="4306824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beta with verified Bedfordshire students shaped matching, mood check-ins and the alert flow.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5020056"/>
            <a:ext cx="658368" cy="658368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648" y="5178064"/>
            <a:ext cx="342351" cy="342351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17320" y="500176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accelerators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1417320" y="5385816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Santander Universities Pre-Incubator (2025) and NatWest Accelerator, London (2026).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7223760" y="1783080"/>
            <a:ext cx="4389120" cy="4206240"/>
          </a:xfrm>
          <a:prstGeom prst="roundRect">
            <a:avLst>
              <a:gd name="adj" fmla="val 26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54380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7200" dirty="0"/>
          </a:p>
        </p:txBody>
      </p:sp>
      <p:sp>
        <p:nvSpPr>
          <p:cNvPr id="22" name="Text 16"/>
          <p:cNvSpPr txBox="1"/>
          <p:nvPr/>
        </p:nvSpPr>
        <p:spPr>
          <a:xfrm>
            <a:off x="7589520" y="265176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DEQUAD because we saw, first-hand, how many Bedfordshire students — commuters, carers, international and first-generation — were struggling quietly. We want to build the solution with Bedfordshire first.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589520" y="5212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Yusuf Quadri, Founder &amp; CEO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DEQUAD × University of Bedfordshire   ·  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per-student partnership pricing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4937760" cy="4526280"/>
          </a:xfrm>
          <a:prstGeom prst="roundRect">
            <a:avLst>
              <a:gd name="adj" fmla="val 242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7373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PARTNER LICENCE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</a:t>
            </a:r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per enrolled student / year</a:t>
            </a:r>
            <a:endParaRPr lang="en-US" sz="6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91840"/>
            <a:ext cx="4389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on beds.ac.uk gets Premium free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university dashboard &amp; CSV export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Safeguarding alerts to your designated lead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success manager &amp; termly impact report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Students' own Premium otherwise £4.99 / month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852160" y="1463040"/>
          <a:ext cx="57607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852160" y="55778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figures are indicative estimates. DEQUAD = 10,000 students × £2.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DEQUAD × University of Bedfordshire   ·  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next step: a 12-week pilot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Low-risk, measurable, and designed with your Student Wellbeing team. Start date to be agreed.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089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for beds.ac.uk, dashboard accounts, safeguarding escalation route agreed with your DSL, DPIA sign-off.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1031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21031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3–10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651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with students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1089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via SU, Freshers / welcome channels and course reps. Weekly check-ins with your team.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1031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1031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11–12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651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1089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report: engagement, mood trends, alerts handled, student feedback. Decide on full rollout.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we'll measure success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5212080"/>
            <a:ext cx="2057400" cy="960120"/>
          </a:xfrm>
          <a:prstGeom prst="roundRect">
            <a:avLst>
              <a:gd name="adj" fmla="val 11429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5303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669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students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88920" y="5212080"/>
            <a:ext cx="2057400" cy="960120"/>
          </a:xfrm>
          <a:prstGeom prst="roundRect">
            <a:avLst>
              <a:gd name="adj" fmla="val 11429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971800" y="5303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active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2971800" y="5669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using it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0" y="5212080"/>
            <a:ext cx="2057400" cy="960120"/>
          </a:xfrm>
          <a:prstGeom prst="roundRect">
            <a:avLst>
              <a:gd name="adj" fmla="val 11429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212080" y="5303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check-ins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212080" y="5669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269480" y="5212080"/>
            <a:ext cx="2057400" cy="960120"/>
          </a:xfrm>
          <a:prstGeom prst="roundRect">
            <a:avLst>
              <a:gd name="adj" fmla="val 11429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52360" y="5303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452360" y="5669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actioned by staff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509760" y="5212080"/>
            <a:ext cx="2057400" cy="960120"/>
          </a:xfrm>
          <a:prstGeom prst="roundRect">
            <a:avLst>
              <a:gd name="adj" fmla="val 11429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692640" y="5303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9692640" y="5669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survey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DEQUAD × University of Bedfordshire   ·   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Safeguarding, engineering and growth experience in one founding team of five.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57400" cy="402336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103120"/>
            <a:ext cx="960120" cy="960120"/>
          </a:xfrm>
          <a:prstGeom prst="ellipse">
            <a:avLst/>
          </a:prstGeom>
          <a:solidFill>
            <a:srgbClr val="6366F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1031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YQ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46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Yusuf Quadri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6118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· Product &amp; Safeguarding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20624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Bedfordshire SU President 2021–23. NHS clinical support and recovery coordination background.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88920" y="1828800"/>
            <a:ext cx="2057400" cy="402336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2103120"/>
            <a:ext cx="960120" cy="960120"/>
          </a:xfrm>
          <a:prstGeom prst="ellipse">
            <a:avLst/>
          </a:prstGeom>
          <a:solidFill>
            <a:srgbClr val="6366F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37560" y="21031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3246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Yusuff Adeagbo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36118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· Engineering &amp; IT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420624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IT with Project Management (UWS); HND Computer Science.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1828800"/>
            <a:ext cx="2057400" cy="402336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2103120"/>
            <a:ext cx="960120" cy="960120"/>
          </a:xfrm>
          <a:prstGeom prst="ellipse">
            <a:avLst/>
          </a:prstGeom>
          <a:solidFill>
            <a:srgbClr val="0D94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577840" y="21031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5166360" y="3246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Gerald Marfo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166360" y="36118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166360" y="420624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in Digital Marketing.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269480" y="1828800"/>
            <a:ext cx="2057400" cy="402336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18120" y="2103120"/>
            <a:ext cx="960120" cy="960120"/>
          </a:xfrm>
          <a:prstGeom prst="ellipse">
            <a:avLst/>
          </a:prstGeom>
          <a:solidFill>
            <a:srgbClr val="0D94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18120" y="21031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7406640" y="3246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Adedapo Ajuwon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36118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Software Engineer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406640" y="420624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and infrastructure.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509760" y="1828800"/>
            <a:ext cx="2057400" cy="402336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58400" y="2103120"/>
            <a:ext cx="960120" cy="960120"/>
          </a:xfrm>
          <a:prstGeom prst="ellipse">
            <a:avLst/>
          </a:prstGeom>
          <a:solidFill>
            <a:srgbClr val="0D94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058400" y="21031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CJ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9646920" y="3246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Chinyere Jennifer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646920" y="36118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Advisor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646920" y="420624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PM Consultant, MIGSO-PCUBED.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DEQUAD × University of Bedfordshire   ·   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5029200" cy="5029200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pic>
        <p:nvPicPr>
          <p:cNvPr id="3" name="Image 0" descr="/home/user/Dequad-app/frontend/assets/images/dequad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731520"/>
            <a:ext cx="2194560" cy="19751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100584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a more connected Bedfordshire — together.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743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asking for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20040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45-minute demo with Student Wellbeing, Safeguarding and the SU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in principle to a 12-week pilot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contact to co-design the safeguarding escalation route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9377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Yusuf Quadri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Founder &amp; CEO  ·  yusuf@dequad.co.uk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Yusuff Adeagbo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Co-founder &amp; CTO  ·  yusuff@dequad.co.uk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dequad.co.uk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DEQUAD x University of Bedfordshire</dc:title>
  <dc:subject>PptxGenJS Presentation</dc:subject>
  <dc:creator>DEQUAD Ltd</dc:creator>
  <cp:lastModifiedBy>DEQUAD Ltd</cp:lastModifiedBy>
  <cp:revision>1</cp:revision>
  <dcterms:created xsi:type="dcterms:W3CDTF">2026-10-01T12:36:09Z</dcterms:created>
  <dcterms:modified xsi:type="dcterms:W3CDTF">2026-10-01T12:36:09Z</dcterms:modified>
</cp:coreProperties>
</file>