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Educare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AI-Powered Student Wellbeing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Google OAuth Authentication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Daily Mood Tracking (1-10 scale)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AI-Powered Risk Analysis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Hinge-Style Student Matching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Comment on Likes Feature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End-to-End Encrypted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Safeguarding Alerts System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Super Admin Dashboard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University Admin Dashboard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Stripe Premium Subscriptions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Data Export (CSV)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✓ Push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Landing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Clean, modern landing page with Google Sign-In and university subscription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University Subscription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Universities can subscribe for £49.99/month to monitor their students' wellbeing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University Admin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Dedicated secure login portal for university administrators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University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Real-time analytics: student count, mood trends, safeguarding alerts, and data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Super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Platform-wide analytics: all students, premium users, alerts, and AI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Pricing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Student Premium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£4.99/month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• Unlimited matches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• Priority support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• Advanced insights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• No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University Dashboard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£49.99/month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• Full dashboard access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• Student monitoring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• Safeguarding alerts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• Data export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• Priority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Contact: support@educare.com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