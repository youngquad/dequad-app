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qua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DEQUAD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5B9BD5"/>
                </a:solidFill>
              </a:defRPr>
            </a:pPr>
            <a:r>
              <a:t>AI-Powered Student Wellbeing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Connecting students. Protecting wellbeing. Empowering universities.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904" y="1097280"/>
            <a:ext cx="1828800" cy="54864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Google OAuth Authentication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Daily Mood Tracking (1-10 scale)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AI-Powered Risk Analysis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Hinge-Style Student Matching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Comment on Likes Feature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End-to-End Encrypted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Safeguarding Alerts System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Super Admin Dashboard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University Admin Dashboard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Stripe Premium Subscriptions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Data Export (CSV)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  Email Notifications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Landing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Clean, modern landing with Google Sign-In and university subscription entry point</a:t>
            </a:r>
          </a:p>
        </p:txBody>
      </p:sp>
      <p:pic>
        <p:nvPicPr>
          <p:cNvPr id="5" name="Picture 4" descr="ppt_01_land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988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University Subscription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Universities subscribe at GBP 49.99/month to monitor student wellbeing with full dashboard access</a:t>
            </a:r>
          </a:p>
        </p:txBody>
      </p:sp>
      <p:pic>
        <p:nvPicPr>
          <p:cNvPr id="5" name="Picture 4" descr="ppt_02_uni_subscrib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98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University Admin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Dedicated secure login portal for university administrators with auto-generated credentials</a:t>
            </a:r>
          </a:p>
        </p:txBody>
      </p:sp>
      <p:pic>
        <p:nvPicPr>
          <p:cNvPr id="5" name="Picture 4" descr="ppt_03_uni_log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988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University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Real-time analytics: student count, mood trends, safeguarding alerts, and data export</a:t>
            </a:r>
          </a:p>
        </p:txBody>
      </p:sp>
      <p:pic>
        <p:nvPicPr>
          <p:cNvPr id="5" name="Picture 4" descr="ppt_04_dashboard_overview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988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Super 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</a:defRPr>
            </a:pPr>
            <a:r>
              <a:t>Platform-wide analytics: all students, premium users, safeguarding alerts, and AI insights</a:t>
            </a:r>
          </a:p>
        </p:txBody>
      </p:sp>
      <p:pic>
        <p:nvPicPr>
          <p:cNvPr id="5" name="Picture 4" descr="ppt_06_super_adm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988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Pricing Plans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41148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5B9BD5"/>
                </a:solidFill>
              </a:defRPr>
            </a:pPr>
            <a:r>
              <a:t>Student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GBP 4.99/month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175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Unlimited matches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Priority support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Advanced AI insights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No 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05295" y="1371600"/>
            <a:ext cx="41148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9615" y="1645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6366F1"/>
                </a:solidFill>
              </a:defRPr>
            </a:pPr>
            <a:r>
              <a:t>University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9615" y="219456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GBP 49.99/month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301752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Full dashboard access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Student monitoring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Safeguarding alerts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Data export</a:t>
            </a:r>
          </a:p>
          <a:p>
            <a:pPr>
              <a:spcAft>
                <a:spcPts val="1000"/>
              </a:spcAft>
              <a:defRPr sz="1800">
                <a:solidFill>
                  <a:srgbClr val="CBD5E1"/>
                </a:solidFill>
              </a:defRPr>
            </a:pPr>
            <a:r>
              <a:t>  Priority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Demo User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904" y="100584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Emma Wilson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Computer Science | University of Manchester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Visual Learner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James Chen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Data Science | University of Birmingham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Night Owl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Sofia Martinez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6916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Psychology | University of Leeds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65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Early Bird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Alex Thompson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Environmental Science | University of Bristol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Group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Priya Patel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Business Analytics | University of Warwick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Visual Learner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Oliver Wright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7889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Mechanical Engineering | University of Manchester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0632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Night Owl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Amara Okafor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86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Biomedical Science | University of Manchester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Early Bird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Lucas Fernandez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886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Architecture | University of Leeds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Visual Learner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566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Zara Ahmed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886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Law | University of Birmingham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1605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Group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Ethan Kim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834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Mathematics | University of Warwick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Solo Study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Chloe Williams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9834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English Literature | University of Bristol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Early Bird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4663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Daniel Johnson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98347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Music Production | University of Manchester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5257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9BD5"/>
                </a:solidFill>
              </a:defRPr>
            </a:pPr>
            <a:r>
              <a:t>Study: Night Owl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qua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B9BD5"/>
                </a:solidFill>
              </a:defRPr>
            </a:pPr>
            <a:r>
              <a:t>DEQUAD - Your wellbeing companion for university life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Contact: support@dequad.com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